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1800">
                <a:latin typeface="微软雅黑"/>
                <a:ea typeface="微软雅黑"/>
              </a:rPr>
              <a:t>星云智能音箱 X2 — 产品培训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latin typeface="微软雅黑"/>
                <a:ea typeface="微软雅黑"/>
              </a:rPr>
              <a:t>产品部 | 2026 年 8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产品定位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旗舰级智能音箱,定位高端智能家居控制中枢</a:t>
            </a:r>
          </a:p>
          <a:p>
            <a:r>
              <a:rPr sz="1600">
                <a:latin typeface="微软雅黑"/>
                <a:ea typeface="微软雅黑"/>
              </a:rPr>
              <a:t>目标用户:品质家庭、智能家居深度用户</a:t>
            </a:r>
          </a:p>
          <a:p>
            <a:r>
              <a:rPr sz="1600">
                <a:latin typeface="微软雅黑"/>
                <a:ea typeface="微软雅黑"/>
              </a:rPr>
              <a:t>差异化:8 米远场拾音 + Wi-Fi 6E + 全屋联动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核心卖点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卖点一:8 米远场拾音,厨房也能轻松唤醒</a:t>
            </a:r>
          </a:p>
          <a:p>
            <a:r>
              <a:rPr sz="1600">
                <a:latin typeface="微软雅黑"/>
                <a:ea typeface="微软雅黑"/>
              </a:rPr>
              <a:t>卖点二:Wi-Fi 6E 三频段,网络更稳定</a:t>
            </a:r>
          </a:p>
          <a:p>
            <a:r>
              <a:rPr sz="1600">
                <a:latin typeface="微软雅黑"/>
                <a:ea typeface="微软雅黑"/>
              </a:rPr>
              <a:t>卖点三:支持四台组网,打造全屋多房间音乐</a:t>
            </a:r>
          </a:p>
          <a:p>
            <a:r>
              <a:rPr sz="1600">
                <a:latin typeface="微软雅黑"/>
                <a:ea typeface="微软雅黑"/>
              </a:rPr>
              <a:t>卖点四:兼容米家与 HomeKit,一屏管全家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核心参数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官方售价:699 元;尺寸 130×130×200mm;重量 950 克</a:t>
            </a:r>
          </a:p>
          <a:p>
            <a:r>
              <a:rPr sz="1600">
                <a:latin typeface="微软雅黑"/>
                <a:ea typeface="微软雅黑"/>
              </a:rPr>
              <a:t>扬声器:2.5 英寸全频单元 + 被动低音辐射器</a:t>
            </a:r>
          </a:p>
          <a:p>
            <a:r>
              <a:rPr sz="1600">
                <a:latin typeface="微软雅黑"/>
                <a:ea typeface="微软雅黑"/>
              </a:rPr>
              <a:t>麦克风:6 阵列,8 米远场;无线:Wi-Fi 6E / 蓝牙 5.4</a:t>
            </a:r>
          </a:p>
          <a:p>
            <a:r>
              <a:rPr sz="1600">
                <a:latin typeface="微软雅黑"/>
                <a:ea typeface="微软雅黑"/>
              </a:rPr>
              <a:t>颜色:星空灰、晨曦金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目标用户画像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人群一:35-45 岁品质家庭,注重音质与智能联动</a:t>
            </a:r>
          </a:p>
          <a:p>
            <a:r>
              <a:rPr sz="1600">
                <a:latin typeface="微软雅黑"/>
                <a:ea typeface="微软雅黑"/>
              </a:rPr>
              <a:t>人群二:智能家居爱好者,已有米家/HomeKit 设备</a:t>
            </a:r>
          </a:p>
          <a:p>
            <a:r>
              <a:rPr sz="1600">
                <a:latin typeface="微软雅黑"/>
                <a:ea typeface="微软雅黑"/>
              </a:rPr>
              <a:t>人群三:礼品场景,替换传统音箱的升级需求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竞品对比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vs 竞品 A:远场拾音距离更长(8 米 vs 5 米)</a:t>
            </a:r>
          </a:p>
          <a:p>
            <a:r>
              <a:rPr sz="1600">
                <a:latin typeface="微软雅黑"/>
                <a:ea typeface="微软雅黑"/>
              </a:rPr>
              <a:t>vs 竞品 B:支持四台组网,竞品仅支持双台</a:t>
            </a:r>
          </a:p>
          <a:p>
            <a:r>
              <a:rPr sz="1600">
                <a:latin typeface="微软雅黑"/>
                <a:ea typeface="微软雅黑"/>
              </a:rPr>
              <a:t>vs 竞品 C:价格更低(699 vs 899),认证更全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演示脚本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1. 唤醒演示:8 米外喊「你好星云」</a:t>
            </a:r>
          </a:p>
          <a:p>
            <a:r>
              <a:rPr sz="1600">
                <a:latin typeface="微软雅黑"/>
                <a:ea typeface="微软雅黑"/>
              </a:rPr>
              <a:t>2. 音乐演示:播放无损音源,展示低音表现</a:t>
            </a:r>
          </a:p>
          <a:p>
            <a:r>
              <a:rPr sz="1600">
                <a:latin typeface="微软雅黑"/>
                <a:ea typeface="微软雅黑"/>
              </a:rPr>
              <a:t>3. 联动演示:语音关闭窗帘、调节空调</a:t>
            </a:r>
          </a:p>
          <a:p>
            <a:r>
              <a:rPr sz="1600">
                <a:latin typeface="微软雅黑"/>
                <a:ea typeface="微软雅黑"/>
              </a:rPr>
              <a:t>4. 组网演示:两台 X2 组立体声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Q&amp;A 与资料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常见问题见《X2 产品规格书》</a:t>
            </a:r>
          </a:p>
          <a:p>
            <a:r>
              <a:rPr sz="1600">
                <a:latin typeface="微软雅黑"/>
                <a:ea typeface="微软雅黑"/>
              </a:rPr>
              <a:t>培训资料存放于知识库「产品文档」目录</a:t>
            </a:r>
          </a:p>
          <a:p>
            <a:r>
              <a:rPr sz="1600">
                <a:latin typeface="微软雅黑"/>
                <a:ea typeface="微软雅黑"/>
              </a:rPr>
              <a:t>联系方式:产品部 - 王工(内线 8123)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