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800">
                <a:latin typeface="微软雅黑"/>
                <a:ea typeface="微软雅黑"/>
              </a:rPr>
              <a:t>星云智能音箱 X2 — 上市销售培训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微软雅黑"/>
                <a:ea typeface="微软雅黑"/>
              </a:rPr>
              <a:t>销售部 |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销售目标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上市首月目标:全国销量 2 万台</a:t>
            </a:r>
          </a:p>
          <a:p>
            <a:r>
              <a:rPr sz="1600">
                <a:latin typeface="微软雅黑"/>
                <a:ea typeface="微软雅黑"/>
              </a:rPr>
              <a:t>重点渠道:线上旗舰店 + 一级经销商</a:t>
            </a:r>
          </a:p>
          <a:p>
            <a:r>
              <a:rPr sz="1600">
                <a:latin typeface="微软雅黑"/>
                <a:ea typeface="微软雅黑"/>
              </a:rPr>
              <a:t>重点场景:智能家居套餐、以旧换新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目标客户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A 类:智能家居渠道商,采购 50 台以上享折上折</a:t>
            </a:r>
          </a:p>
          <a:p>
            <a:r>
              <a:rPr sz="1600">
                <a:latin typeface="微软雅黑"/>
                <a:ea typeface="微软雅黑"/>
              </a:rPr>
              <a:t>B 类:政企礼品采购,关注品牌与认证</a:t>
            </a:r>
          </a:p>
          <a:p>
            <a:r>
              <a:rPr sz="1600">
                <a:latin typeface="微软雅黑"/>
                <a:ea typeface="微软雅黑"/>
              </a:rPr>
              <a:t>C 类:个人家庭用户,关注音质与价格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产品卖点话术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痛点「音箱太远听不清」 → 卖点:8 米远场拾音</a:t>
            </a:r>
          </a:p>
          <a:p>
            <a:r>
              <a:rPr sz="1600">
                <a:latin typeface="微软雅黑"/>
                <a:ea typeface="微软雅黑"/>
              </a:rPr>
              <a:t>痛点「家里设备各管各的」 → 卖点:米家/HomeKit 全屋联动</a:t>
            </a:r>
          </a:p>
          <a:p>
            <a:r>
              <a:rPr sz="1600">
                <a:latin typeface="微软雅黑"/>
                <a:ea typeface="微软雅黑"/>
              </a:rPr>
              <a:t>痛点「网速卡顿」 → 卖点:Wi-Fi 6E 三频段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价格与折扣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零售价 699 元;一级经销商 7 折、二级 8 折</a:t>
            </a:r>
          </a:p>
          <a:p>
            <a:r>
              <a:rPr sz="1600">
                <a:latin typeface="微软雅黑"/>
                <a:ea typeface="微软雅黑"/>
              </a:rPr>
              <a:t>单笔 50 台以上额外 5% 折上折</a:t>
            </a:r>
          </a:p>
          <a:p>
            <a:r>
              <a:rPr sz="1600">
                <a:latin typeface="微软雅黑"/>
                <a:ea typeface="微软雅黑"/>
              </a:rPr>
              <a:t>大促直降 10%,新品首月赠送传感器套装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常见异议处理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异议「太贵了」 → 对比 X1 升级点与赠品价值</a:t>
            </a:r>
          </a:p>
          <a:p>
            <a:r>
              <a:rPr sz="1600">
                <a:latin typeface="微软雅黑"/>
                <a:ea typeface="微软雅黑"/>
              </a:rPr>
              <a:t>异议「和竞品差不多」 → 突出 8 米拾音 + 四台组网</a:t>
            </a:r>
          </a:p>
          <a:p>
            <a:r>
              <a:rPr sz="1600">
                <a:latin typeface="微软雅黑"/>
                <a:ea typeface="微软雅黑"/>
              </a:rPr>
              <a:t>异议「再等等」 → 强调首月赠品限量、以旧换新抵扣 100 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跟进与记录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客户信息 48 小时内录入 CRM</a:t>
            </a:r>
          </a:p>
          <a:p>
            <a:r>
              <a:rPr sz="1600">
                <a:latin typeface="微软雅黑"/>
                <a:ea typeface="微软雅黑"/>
              </a:rPr>
              <a:t>报价单有效期 30 天,超期重新审批</a:t>
            </a:r>
          </a:p>
          <a:p>
            <a:r>
              <a:rPr sz="1600">
                <a:latin typeface="微软雅黑"/>
                <a:ea typeface="微软雅黑"/>
              </a:rPr>
              <a:t>A 级客户每月拜访 1 次,拜访记录 48 小时内录入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微软雅黑"/>
                <a:ea typeface="微软雅黑"/>
              </a:rPr>
              <a:t>产品参数疑问 → 查《X2 产品规格书》</a:t>
            </a:r>
          </a:p>
          <a:p>
            <a:r>
              <a:rPr sz="1600">
                <a:latin typeface="微软雅黑"/>
                <a:ea typeface="微软雅黑"/>
              </a:rPr>
              <a:t>折扣审批 → 按《销售管理制度》权限逐级上报</a:t>
            </a:r>
          </a:p>
          <a:p>
            <a:r>
              <a:rPr sz="1600">
                <a:latin typeface="微软雅黑"/>
                <a:ea typeface="微软雅黑"/>
              </a:rPr>
              <a:t>培训资料 → 知识库「销售文档」目录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